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PitWall responde sobre la F1 2026 citando el reglamento oficial. Todo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los modelos no conocen 2026 y aun así responden. La alucinación es real, del mismo modelo que usa PitWall sin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recorrido completo de una pregunta. La parada 4, la búsqueda, es la que convierte esto en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los cuatro reglamentos FIA 2026, la API oficial de resultados, Wikipedia y once guías propias. El chunking por artículo es lo que hace verificable la cita.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análisis vectorial. La pregunta en español recupera un artículo en inglés porque bge-m3 es multilingüe.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prompt impone responder solo con lo recuperado. El evaluador es la red de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control del experimento. La mejora viene de la base, no del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autoalimentación: idempotencia por hash de contenido. Un flujo de n8n la dispara cada 6 horas y en segundo plano con cada pregunta.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 y pasar a la demostración en vivo: Comparar, panel de fuentes y, si hay tiempo, la ejecución en n8n.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tiu\AppData\Local\Temp\claude\C--Fuentes-Git-DiplomadoFinal\6a6ae084-fdf5-49c0-b9a1-adaf5ac632d0\scratchpad\deck\img\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B">
              <a:alpha val="64000"/>
            </a:srgbClr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960120"/>
            <a:ext cx="54864" cy="2286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914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PitWall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muro de boxes responde con el reglamento en la mano.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RAG sobre la Fórmula 1 2026. Cita el artículo del que sale cada dato y funciona entero dentro de un equipo, sin nube.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Robles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17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en IA Generativa · Proyecto final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tiu\AppData\Local\Temp\claude\C--Fuentes-Git-DiplomadoFinal\6a6ae084-fdf5-49c0-b9a1-adaf5ac632d0\scratchpad\deck\img\detalle-neumatico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0" y="0"/>
            <a:ext cx="33832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HACÍA FALTA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pregunté a un modelo por un piloto de 2026.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2026 la Fórmula 1 cambió el motor, la aerodinámica y el formato del fin de semana. Un modelo entrenado antes de eso no tiene cómo saberlo, pero responde igual.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4937760" cy="1508760"/>
          </a:xfrm>
          <a:prstGeom prst="roundRect">
            <a:avLst>
              <a:gd name="adj" fmla="val 4848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200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“¿Cuántas victorias tiene Kimi Antonelli?”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20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“Kimi Räikkönen tiene 9 victorias… Ganó con Ferrari y Lotus.”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114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equivocado. Cifra falsa. Y ninguna forma de notarlo.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pregunta, seis paradas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respuesta se escribe sin pasar por las seis. La búsqueda no es opcional ni depende de que el modelo decida hacerla.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560320"/>
            <a:ext cx="70408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404872"/>
            <a:ext cx="310896" cy="310896"/>
          </a:xfrm>
          <a:prstGeom prst="ellipse">
            <a:avLst/>
          </a:prstGeom>
          <a:solidFill>
            <a:srgbClr val="0B0B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039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llega al flujo con un id de sesión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58568" y="2404872"/>
            <a:ext cx="310896" cy="310896"/>
          </a:xfrm>
          <a:prstGeom prst="ellipse">
            <a:avLst/>
          </a:prstGeom>
          <a:solidFill>
            <a:srgbClr val="0B0B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58568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773936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reescribe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773936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la completa con el historial del chat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66744" y="2404872"/>
            <a:ext cx="310896" cy="310896"/>
          </a:xfrm>
          <a:prstGeom prst="ellipse">
            <a:avLst/>
          </a:prstGeom>
          <a:solidFill>
            <a:srgbClr val="0B0B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66744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82112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vuelve vector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182112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la convierte en 1.024 números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74920" y="2404872"/>
            <a:ext cx="310896" cy="310896"/>
          </a:xfrm>
          <a:prstGeom prst="ellipse">
            <a:avLst/>
          </a:prstGeom>
          <a:solidFill>
            <a:srgbClr val="E106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devuelve los 6 artículos más cercanos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83096" y="2404872"/>
            <a:ext cx="310896" cy="310896"/>
          </a:xfrm>
          <a:prstGeom prst="ellipse">
            <a:avLst/>
          </a:prstGeom>
          <a:solidFill>
            <a:srgbClr val="0B0B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83096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98464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Redacta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998464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escribe solo con esos artículos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91272" y="2404872"/>
            <a:ext cx="310896" cy="310896"/>
          </a:xfrm>
          <a:prstGeom prst="ellipse">
            <a:avLst/>
          </a:prstGeom>
          <a:solidFill>
            <a:srgbClr val="0B0B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9127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40664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revisa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32004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evaluador comprueba cada cifra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seis paradas viven en un flujo de n8n. Los modelos los sirve Ollama y los vectores los guarda Qdrant, todo en el mismo equipo.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tiu\AppData\Local\Temp\claude\C--Fuentes-Git-DiplomadoFinal\6a6ae084-fdf5-49c0-b9a1-adaf5ac632d0\scratchpad\deck\img\detalle-bande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CERO · EL ARCHIVO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2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1.056 artículos, no 1.056 trozos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cada 1.000 caracteres parte una regla por la mitad. Aquí el corte sigue la numeración del reglamento: cada fragmento es un artículo o un sub-artículo completo.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923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39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del reglamento FIA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2697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31394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propias en español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916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de la temporada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3916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pilotos (Podium)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97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fragmento viaja con su documento, sección, artículo, página, tipo y URL. Por eso la respuesta puede decir «Art. A2.2.1, página 9» y eso se puede abrir en el PDF.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TRES Y CUATRO · EL ANÁLISIS VECTORIAL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deja de ser buscar palabras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artículo se convierte en un punto de 1.024 coordenadas. La pregunta se convierte en otro punto, con el mismo modelo. Buscar es medir el ángulo entre los dos.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 siempre.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vectoriza los documentos y la pregunta. Vectores de modelos distintos no se pueden comparar.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35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Multilingüe por diseño.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reglamento está en inglés y la pregunta en español: quedan cerca igual.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027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de coseno.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ordena por ángulo y devuelve los seis más cercanos.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0" y="1600200"/>
            <a:ext cx="3017520" cy="2880360"/>
          </a:xfrm>
          <a:prstGeom prst="roundRect">
            <a:avLst>
              <a:gd name="adj" fmla="val 2540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7880" y="17830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“¿Cuántos puntos da ganar una carrera?”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fin de semana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2633472"/>
            <a:ext cx="2377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2633472"/>
            <a:ext cx="156911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236829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A · Art. A2.2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3273552"/>
            <a:ext cx="2377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3273552"/>
            <a:ext cx="1474013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30083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Reglamento A · Art. A2.2 (p.10)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97880" y="3913632"/>
            <a:ext cx="2377440" cy="914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3913632"/>
            <a:ext cx="1378915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36484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0,58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4160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de coseno · resultado real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CINCO Y SEIS · LAS REGLAS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modelo no se le pregunta: se le pone a trabajar con límites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84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DEL PROMPT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95728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Eres PitWall, ingeniero de pista.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Responde en español claro.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 ÚNICAMENTE los FRAGMENTOS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RECUPERADOS. Si el dato no está,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dilo. Cita documento y artículo.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FRAGMENTOS RECUPERADOS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{contexto_texto}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PREGUNTA: {chatInput}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9339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recuerda la conversación.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“¿y el de pilotos?” se completa con el turno anterior antes de buscar.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6334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volver a buscar.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 recuperado no alcanza, lanza otra consulta con palabras distintas.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27355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evaluador revisa la respuesta.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llamada a temperatura cero: compara cada cifra contra los fragmentos recuperados.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9136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veredicto se muestra.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no está respaldado, el usuario lo ve marcado en el chat.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y los modelos responden en localhost. Ninguna pregunta sale del equipo.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tiu\AppData\Local\Temp\claude\C--Fuentes-Git-DiplomadoFinal\6a6ae084-fdf5-49c0-b9a1-adaf5ac632d0\scratchpad\deck\img\detalle-bande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0B">
              <a:alpha val="66000"/>
            </a:srgbClr>
          </a:solidFill>
          <a:ln w="12700">
            <a:solidFill>
              <a:srgbClr val="0B0B0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pregunta, con archivo y sin archivo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el mismo. Lo único que cambia es si antes buscó o no.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395728"/>
            <a:ext cx="3840480" cy="27432"/>
          </a:xfrm>
          <a:prstGeom prst="rect">
            <a:avLst/>
          </a:prstGeom>
          <a:solidFill>
            <a:srgbClr val="FF7B76"/>
          </a:solidFill>
          <a:ln w="12700">
            <a:solidFill>
              <a:srgbClr val="FF7B7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F7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ARCHIVO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80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“Kimi Räikkönen tiene 9 victorias… Ganó con Ferrari y Lotus.”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de memoria. Piloto equivocado, cifra falsa, sin fuentes.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2395728"/>
            <a:ext cx="384048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2532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ARCHIVO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800600" y="2880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“Andrea Kimi Antonelli debutó en 2025 con Mercedes. Lleva 5 victorias, 12 podios y 292 puntos en 2026.”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lo recuperado. Cifras del palmarés oficial, fuente citada, verificación positiva.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chat hay un botón que envía la pregunta a los dos y muestra las respuestas lado a lado.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5B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matiu\AppData\Local\Temp\claude\C--Fuentes-Git-DiplomadoFinal\6a6ae084-fdf5-49c0-b9a1-adaf5ac632d0\scratchpad\deck\img\detalle-podi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0"/>
            <a:ext cx="32004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DOMINGO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772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archivo no envejece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72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fragmento se identifica por el hash de su propio texto. Si el texto no cambió, el fragmento es el mismo y nadie lo toca.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32004" cy="5029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3042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seis horas, y también cuando alguien pregunta: la API de resultados, Wikipedia y la página de reglamentos de la FIA.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32004" cy="5029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874520" y="29900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cambió genera fragmentos con hash nuevo; lo que sigue igual conserva el suyo.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703320"/>
            <a:ext cx="32004" cy="5029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36758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 nuevo se vectoriza y entra. Lo que dejó de existir se borra de la base para que no contradiga.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434340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4453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ejecución:  </a:t>
            </a:r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fragmentos actualizados de 1.056. Los otros 1.054 no se reescribieron ni se duplicaron.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1148" cy="27432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PANTALLA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3000"/>
              </a:lnSpc>
              <a:buNone/>
            </a:pPr>
            <a:r>
              <a:rPr lang="en-US" sz="34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 quien pregunta</a:t>
            </a:r>
            <a:endParaRPr lang="en-US" sz="3400" dirty="0"/>
          </a:p>
        </p:txBody>
      </p:sp>
      <p:pic>
        <p:nvPicPr>
          <p:cNvPr id="5" name="Image 0" descr="C:\Users\matiu\AppData\Local\Temp\claude\C--Fuentes-Git-DiplomadoFinal\6a6ae084-fdf5-49c0-b9a1-adaf5ac632d0\scratchpad\deck\shot-inde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572768"/>
            <a:ext cx="3977640" cy="2240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09160" y="1572768"/>
            <a:ext cx="397764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600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y su fuente.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artículo y página, con la insignia del evaluador.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134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modos y un comparador.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archivo, sin archivo, o los dos a la vez.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2666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Podium, una segunda base.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los pilotos desde 1950, con colección, flujo y memoria propios: nada se mezcla con PitWall.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4041648"/>
            <a:ext cx="8229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169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654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y agentes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121408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121408" y="4654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qwen3:8b · bge-m3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785616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785616" y="4654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en disco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49824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49824" y="4654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y chunking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114032" y="4416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· JS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114032" y="46542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6751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PitWall · RAG local ·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PitWall</dc:title>
  <dc:subject>PptxGenJS Presentation</dc:subject>
  <dc:creator>Mateo Robles</dc:creator>
  <cp:lastModifiedBy>Mateo Robles</cp:lastModifiedBy>
  <cp:revision>1</cp:revision>
  <dcterms:created xsi:type="dcterms:W3CDTF">2026-09-22T15:53:55Z</dcterms:created>
  <dcterms:modified xsi:type="dcterms:W3CDTF">2026-09-22T15:53:55Z</dcterms:modified>
</cp:coreProperties>
</file>